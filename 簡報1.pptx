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484E01-80B9-EFCC-876E-BCB44249C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0173C9C-5C30-C4FA-B418-8B1804693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E76443-1F5C-7265-D805-333BC5AE4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42FD-FC9C-4DC0-9D0C-E4968D004CA1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0BACB7-AC61-5877-48E5-5C3B3E833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9A2662-17A3-FAD1-30F6-4D05D5FA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5AFF-B9E0-46A3-AC77-EC2AF1B401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293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8AE69E-DE54-572F-8A15-4B55CB00E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4A4E6B-BC49-B250-D819-1A2FBF90C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730F5B-4874-15A2-1EB4-9F62C2000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42FD-FC9C-4DC0-9D0C-E4968D004CA1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F1AF2D-D8B3-6B9F-7ABC-833A9707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905B56-9D8E-2F96-44BE-B7FC713C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5AFF-B9E0-46A3-AC77-EC2AF1B401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2894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330E3C-1191-0E2D-6E36-85443B7F7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ABF584-A705-8226-E747-0BF74D1BC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5F0BA4-ADBE-3A09-A526-4676AA533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42FD-FC9C-4DC0-9D0C-E4968D004CA1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500FA8-389C-07B0-795A-96981740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7CA8B2-8795-0D40-2375-08B7F8ED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5AFF-B9E0-46A3-AC77-EC2AF1B401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2241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49A56C-121F-B0D4-17A5-CA279E73A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B34B05-2725-E27A-7237-06349C6C6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4332AF-C498-4DDE-B85B-AEF4993C5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A6F4C71-EF2E-1929-154B-57284EE28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42FD-FC9C-4DC0-9D0C-E4968D004CA1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241A4C-0422-3C0D-17D4-525E002D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EB9526-88E4-53FB-645F-FD80B124F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5AFF-B9E0-46A3-AC77-EC2AF1B401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807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F07952-4082-95F9-9D0F-71008F82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A9B1DC-7751-6B08-D7CC-B37C4F72A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F56C34-FDDF-542B-AEC7-3C31F4D5D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361BE93-06A9-4B0F-3A34-B43BB77D2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139E42E-FF28-7F6C-4037-D071C64DA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9EB4322-3664-FE92-4E84-CFF3EAD1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42FD-FC9C-4DC0-9D0C-E4968D004CA1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BC1DE9-A00F-619C-1B39-C5C69780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16E77EC-F972-26C3-009A-82AC9252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5AFF-B9E0-46A3-AC77-EC2AF1B401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4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F288F8-B42A-4C8C-6AB4-A291F4DFA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96DBD70-2518-4283-01C7-935CC26A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42FD-FC9C-4DC0-9D0C-E4968D004CA1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D03ACF4-A738-3FA6-1788-3D3DA466A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CF7EBD-748B-27A4-7AC0-86379234A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5AFF-B9E0-46A3-AC77-EC2AF1B401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549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44E82D9-44FB-3C5A-5E2F-CF79B097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42FD-FC9C-4DC0-9D0C-E4968D004CA1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52EE90D-5332-5D10-CCD8-830564A71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03218F-F74D-FD8D-DBCD-2EC77944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5AFF-B9E0-46A3-AC77-EC2AF1B401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5601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08AA1C-DB1D-4049-873D-B4B59C55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E75B72-5E7A-9E38-B2A8-1007FBEB4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32869B-AA1B-9544-267D-3BF83D843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9FE3CD0-0873-E420-0FDF-6B933143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42FD-FC9C-4DC0-9D0C-E4968D004CA1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7BBAA5-974D-2DBF-11CA-0780EC5FC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C530D06-81AD-E97A-4871-EBE8B77E6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5AFF-B9E0-46A3-AC77-EC2AF1B401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739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76BECD-CF82-18A0-04FB-7849E3FB8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129672C-E899-1506-C5D3-0B592DC57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55D42E-4F9C-7F9B-2FDF-F5CD37AB1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46CE386-87C5-0500-8534-95A2070D6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42FD-FC9C-4DC0-9D0C-E4968D004CA1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1B5D786-5485-06BE-1B54-14FF4EE9D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511B54E-859F-C25E-5950-75618C88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5AFF-B9E0-46A3-AC77-EC2AF1B401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556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80BA2-66E6-6766-00C6-AC8CEE8CB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7C388BC-A5D3-7747-9A70-20EAFA3CF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3B67F8-FF65-1E5B-DDEC-67992C931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42FD-FC9C-4DC0-9D0C-E4968D004CA1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EE696C-2D1C-14BF-4A55-B943E20A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B6A80A-0D8E-E502-C298-5727A911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5AFF-B9E0-46A3-AC77-EC2AF1B401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22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3EE8AC4-4F5E-0C47-4FCC-6A6507094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8670E0E-0BF0-E456-6EC9-D4B3C03EE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2B8E98-45D2-F224-1EEE-3EC213B1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542FD-FC9C-4DC0-9D0C-E4968D004CA1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F21E42-F95C-200B-80BC-D183FBA7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EDC937-B982-25FB-7FA7-64FBE5102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5AFF-B9E0-46A3-AC77-EC2AF1B401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038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3DC5A4A-7877-3EC5-2A57-3B4E4751E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94CBC0-5637-030D-8715-AFF5AFB00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C026E3-0181-9365-89F4-E23E76BE73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542FD-FC9C-4DC0-9D0C-E4968D004CA1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171E36-1FD1-6A36-748B-682C5EE98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25D7F0-AABA-94F9-571B-2ECAF58E5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95AFF-B9E0-46A3-AC77-EC2AF1B401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28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229AB8-92E5-FF83-B5C5-F27522A6FF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FDEEBD-E2F4-4BF3-A1C0-0207581760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E27D0DF-AA64-14D8-8A49-162895145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188" y="0"/>
            <a:ext cx="60816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686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90736E-3E80-FBB0-653D-8D10DC398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485C4E-F51A-0D88-AD49-CEE15E7B6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296D72E-8008-3C60-6138-0A5B7121B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704850"/>
            <a:ext cx="73152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78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AA0656-2FFE-2333-0A4E-AC0D2B44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E36096-8406-802A-AF1E-A3CDE7940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5C0767-B14D-C06C-C89A-3901FB399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319087"/>
            <a:ext cx="6248400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97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22C75-6F0F-F24B-18E8-8A3236E6A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87EA95-F6FA-FF66-06CC-CD3DCC7F9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B185121-3608-A034-1718-91C576153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887" y="723900"/>
            <a:ext cx="561022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880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8D6CB-7C2B-0895-3BF1-0365DDD1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11C028-6E1A-2467-4B0D-0D7BDB196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AB77F4-CA5B-0EC3-458F-1CF50072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262" y="752475"/>
            <a:ext cx="5705475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80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58D3C5-14BE-3366-37F8-D29100C80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639928-6BF0-04CE-3C44-5989A4D57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BE839D7-F32C-FEB3-8FBA-8C3F2CF32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762" y="1090612"/>
            <a:ext cx="5324475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06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寬螢幕</PresentationFormat>
  <Paragraphs>0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2026-04-30T07:39:03Z</dcterms:created>
  <dcterms:modified xsi:type="dcterms:W3CDTF">2026-04-30T08:16:07Z</dcterms:modified>
</cp:coreProperties>
</file>